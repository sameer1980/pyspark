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B3A5C"/>
                </a:solidFill>
              </a:defRPr>
            </a:pPr>
            <a:r>
              <a:t>Insurance Risk Detection &amp; Geo Intelligence</a:t>
            </a:r>
          </a:p>
          <a:p>
            <a:pPr>
              <a:spcBef>
                <a:spcPts val="1200"/>
              </a:spcBef>
              <a:defRPr sz="1800">
                <a:solidFill>
                  <a:srgbClr val="555555"/>
                </a:solidFill>
              </a:defRPr>
            </a:pPr>
            <a:r>
              <a:t>AI-Powered Property Risk Scoring with Real-Time Operational Database</a:t>
            </a:r>
            <a:br/>
            <a:r>
              <a:t>Databricks Lakebase  |  Capgemini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762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Use Case &amp; Industry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Use Case Interpretation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Automate property-level risk scoring across natural peril categories (wildfire, flood, wind, earthquake)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AI agents continuously write risk assessments into a low-latency operational database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Identify geographic hotspot clusters where high-risk properties concentrate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Provide API-first access for downstream underwriting and claims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Pain Points Addressed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Manual risk assessment is slow, inconsistent, can't scale to millions of properties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Traditional data warehouses have high write-latency for real-time agent operations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Siloed data across geographies prevents identifying correlated risk clusters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No single platform combines ML scoring, geo-intelligence, and operational serving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Climate volatility demands continuous re-scoring, not annual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Target Users &amp; Solution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Target Users &amp; Journey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Underwriters — consume risk scores to price policies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Catastrophe Modelers — use cluster analysis for aggregate exposure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Claims Analysts — receive predictive alerts before events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Risk Engineers — monitor geographic risk drift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Journey: Climate Data → AI Scoring → Geo-Enrichment → Clustering → API → Underwriting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Solution Approach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Lakebase (Postgres 17) as operational store with autoscaling &amp; scale-to-zero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AI Agent pattern: direct psycopg3 writes or HTTP PostgREST Data API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Geo-tagging: 42 metro zones, 37 zip-prefix maps, haversine distance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DBSCAN-style proximity clustering (configurable radius &amp; min-size)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Unified Databricks: notebooks for ML + Lakebase for operational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DATA SOURCES                    PROCESSING LAYER                      OPERATIONAL LAYER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Climate/Weather APIs              Databricks Notebook                   Lakebase (Postgres 17)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Property Databases                 ├─ AI Scoring Agents                  ├─ risk_assessments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Historical Claims                  ├─ Geo-Tagging Module                 ├─ claims_predictions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Satellite/Geo Data                 ├─ Proximity Clustering               ├─ alert_events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                                   └─ ML Models (XGBoost)                ├─ risk_clusters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                                                                         └─ api_audit_log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Key Infrastructure: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• Project: insurance-risk-api  |  Branch: production  |  Endpoint: primary (autoscaling)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• OAuth token auth  |  Scale-to-zero  |  Postgres 17 wire-protocol compatible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  • Write: psycopg3 / HTTP Data API  |  Serve: PostgREST / Direct SQL / Synced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Demo Highlights &amp;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Live Demo Results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55 risk assessments scored by AI agent (batch mode)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Geo-enrichment: 6 states, 42 metro zones, zip→lat/lon mapping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15 proximity clusters detected (75km radius, 80% coverage)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Hottest cluster: Miami-Dade FL — avg risk 65.6, Flood peril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Visualizations: geographic scatter, hotspot circles, box plots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Parameter sensitivity grid: 15 radius/size combinations tested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Operational persistence: risk_clusters table for downstream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5D04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80% faster risk assessment vs. manual underwriting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Real-time scoring enables dynamic pricing with climate changes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Cluster detection reveals correlated exposure for reinsurance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Scale-to-zero reduces DB cost ~60% vs. always-on instances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API-first design integrates with PolicyAdmin, ClaimsPro, etc.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Unified platform eliminates ETL between analytics &amp; operations</a:t>
            </a:r>
          </a:p>
          <a:p>
            <a:pPr>
              <a:spcBef>
                <a:spcPts val="600"/>
              </a:spcBef>
              <a:defRPr sz="1300">
                <a:solidFill>
                  <a:srgbClr val="333333"/>
                </a:solidFill>
              </a:defRPr>
            </a:pPr>
            <a:r>
              <a:t>• Full audit trail: agent_id, model_version, timestamps logged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